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1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JERUSHA B – VTU24393 – 23UECS0232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 flipV="1">
            <a:off x="17983200" y="4932392"/>
            <a:ext cx="22860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11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6EFE7B-9444-A88D-35B8-9F7AE280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92255"/>
            <a:ext cx="12192000" cy="6832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organize events such as workshops, seminars, and competitions regularly.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event information due to lack of a centralized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posters and manual announcements are inefficient.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registrations and participant details manually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digital solution is needed to simplify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web-based platform for managing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event details and register online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create, update, and manage events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905000" y="2292715"/>
            <a:ext cx="15082325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event management is still handled using manual methods such as posters, emails, or notice boards.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make it difficult for students to stay updated about upcoming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registration and participant tracking are often done manually, which is time-consuming.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also face difficulty managing event schedules and participant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miscommunication and reduced student participation in events.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digital platform to manage campus events efficiently.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allow easy event creation, registration, and information sharing.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 Campus Event Management System is required to automate and simplify event management.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905000" y="2574179"/>
            <a:ext cx="1508232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efficiently.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for event creation, event registration, and participant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accessibility of event information for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system in simplifying campus event management and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0" y="2015465"/>
            <a:ext cx="15082325" cy="110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Campus Event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campus events digitally.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administrators to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and delete event details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easily.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events and register online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the platform.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and participant data in a structured 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involved in event announcements and registrations.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 event details anytime and anywhere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communication between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organizers and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the system offers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event management, better organization, and improved student participation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729795" y="2089226"/>
            <a:ext cx="11224205" cy="1111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stage includes the data entered by students and administrators through the web interface. This includes event details, student registration information, and login credentials.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stage, the system validates the input data and performs operations such as creating events, managing registrations, and handling user authentication.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all the information related to users, events, and registrations. It ensures secure storage and allows the system to retrieve and update data when required.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stage displays the processed information to the users. Students can view available events, registration confirmation, and event details through the web interface.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062AA-9255-9150-B19D-611547A05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987" y="1361790"/>
            <a:ext cx="5627265" cy="8440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377045" y="1741462"/>
            <a:ext cx="70717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61683-97F1-408B-F462-18114F7E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824" y="1146935"/>
            <a:ext cx="7391400" cy="901789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40A2E3CF-6D98-65F8-676B-5F358CCC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144" y="2345355"/>
            <a:ext cx="8943636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Admin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administrator logs into the system using valid credentials.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Creation: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admin creates and publishes new events with details such as event name, date, time, and location.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event information is stored securely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 Login: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log into the system to access the event management platform.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View Events: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can browse the list of available and upcoming campus events.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Event Registration: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Students select an event and register by submitting their details.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processes and stores registration details in the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Output/Confirmation: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The system displays event information and registration confirmation to the students.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982349"/>
            <a:ext cx="15082325" cy="1003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– Used to design the user interface and web pages for event browsing, registration, and navigation.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 – Used to handle server-side logic, process requests, and manage event and user data.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Used to store information such as user details, event data, and registration records.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Code, GitHub, Web Browser – Used for coding, version control, and running the application.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with minimum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(Windows/Linux/Mac), Web Browser,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runtime environment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Server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90304" y="1982349"/>
            <a:ext cx="15082325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for students and administrators. It ensures secure authentication and allows users to access the system based on their roles.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create, update, and delete campus events. This module manages event details such as event name, date, time, location, and description.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Registration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browse available events and register online. It stores participant information and manages the list of registered students.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and retrieval of data related to users, events, and registrations while ensuring data consistency and security.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B0586-F120-71A6-3B60-F1FFFB401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346545"/>
            <a:ext cx="11811000" cy="4677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5714F5-2E39-6890-17CA-545F46D4164B}"/>
              </a:ext>
            </a:extLst>
          </p:cNvPr>
          <p:cNvSpPr txBox="1"/>
          <p:nvPr/>
        </p:nvSpPr>
        <p:spPr>
          <a:xfrm>
            <a:off x="2184816" y="6488325"/>
            <a:ext cx="14210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introduces the Smart Campus Event Management System and displays information about upcoming campus events. Users can navigate to login or view event details from this page.</a:t>
            </a:r>
          </a:p>
          <a:p>
            <a:pPr marL="457200" indent="-457200" algn="l">
              <a:buAutoNum type="arabicPeriod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Login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login page allows registered students and administrators to securely access the system using their username and password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8A809-E761-1108-103A-D5070DCAB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570517"/>
            <a:ext cx="7761664" cy="4291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09B0F-84A4-CB70-A621-146644313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8" y="1509131"/>
            <a:ext cx="7569324" cy="435330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422D1C-9C7B-F671-49CE-22E8A5C018E6}"/>
              </a:ext>
            </a:extLst>
          </p:cNvPr>
          <p:cNvSpPr txBox="1"/>
          <p:nvPr/>
        </p:nvSpPr>
        <p:spPr>
          <a:xfrm>
            <a:off x="2038663" y="6653894"/>
            <a:ext cx="14210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Main Module (Event Management Page)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main module, administrators can create and manage events, and students can browse available events and register for </a:t>
            </a:r>
            <a:r>
              <a:rPr lang="en-US" sz="2400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Output Page</a:t>
            </a:r>
            <a:b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page displays the results such as event lists, registration confirmation, and event details for the users.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F1DA83-41AB-ABA2-1607-E12FD0EB5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99" y="1525603"/>
            <a:ext cx="6432201" cy="6758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9613EB-D09D-82D9-693E-D0086D2DE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60" y="1598733"/>
            <a:ext cx="8430874" cy="66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685ED-8982-F7E8-20AD-C4422F499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149" y="1638300"/>
            <a:ext cx="13412321" cy="748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893F94-FE69-4313-0800-C4650882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37" y="1755258"/>
            <a:ext cx="13825696" cy="79406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managing all campus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and register for events online easily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work and paperwork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event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organizers and students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event and registration data in an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makes the system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for students and admins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access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must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in to view and register for events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server and database maintenance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depends on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 database protection and authentication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1338</Words>
  <Application>Microsoft Office PowerPoint</Application>
  <PresentationFormat>Custom</PresentationFormat>
  <Paragraphs>352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Calibri</vt:lpstr>
      <vt:lpstr>Gotham Bold Italics</vt:lpstr>
      <vt:lpstr>Cambria</vt:lpstr>
      <vt:lpstr>Gotham</vt:lpstr>
      <vt:lpstr>Arial</vt:lpstr>
      <vt:lpstr>ui-sans-serif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Supraja K</dc:creator>
  <cp:lastModifiedBy>jerusha jazlyn</cp:lastModifiedBy>
  <cp:revision>14</cp:revision>
  <dcterms:created xsi:type="dcterms:W3CDTF">2006-08-16T00:00:00Z</dcterms:created>
  <dcterms:modified xsi:type="dcterms:W3CDTF">2026-05-05T15:51:46Z</dcterms:modified>
  <dc:identifier>DAHCaYqJ9OU</dc:identifier>
</cp:coreProperties>
</file>